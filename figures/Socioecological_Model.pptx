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ocioecological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215" y="457200"/>
            <a:ext cx="7807569" cy="4229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Socioecological Framework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47777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04040"/>
                </a:solidFill>
              </a:rPr>
              <a:t>Adapted from McLeroy et al. (1988) Ecological Framework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Socioecological Model - Breast Reconstruction Study</dc:title>
  <dc:subject>PptxGenJS Presentation</dc:subject>
  <dc:creator>Mundy et al.</dc:creator>
  <cp:lastModifiedBy>Mundy et al.</cp:lastModifiedBy>
  <cp:revision>1</cp:revision>
  <dcterms:created xsi:type="dcterms:W3CDTF">2025-10-24T01:51:40Z</dcterms:created>
  <dcterms:modified xsi:type="dcterms:W3CDTF">2025-10-24T01:51:40Z</dcterms:modified>
</cp:coreProperties>
</file>