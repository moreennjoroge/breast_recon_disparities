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0200" y="795528"/>
            <a:ext cx="8147304" cy="3584448"/>
          </a:xfrm>
          <a:prstGeom prst="ellipse">
            <a:avLst/>
          </a:prstGeom>
          <a:solidFill>
            <a:srgbClr val="5B9BD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36776" y="1280160"/>
            <a:ext cx="4572000" cy="2633472"/>
          </a:xfrm>
          <a:prstGeom prst="ellipse">
            <a:avLst/>
          </a:prstGeom>
          <a:solidFill>
            <a:srgbClr val="9BC2E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5064" y="1801368"/>
            <a:ext cx="2194560" cy="1463040"/>
          </a:xfrm>
          <a:prstGeom prst="ellipse">
            <a:avLst/>
          </a:prstGeom>
          <a:solidFill>
            <a:srgbClr val="DEEA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351129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Personal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3856" y="3758184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Individual preferences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Clinical eligibility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Body image concerns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63093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Interpersonal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" y="758952"/>
            <a:ext cx="2112264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Patient-Provider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    Communication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Information quality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Consultation time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Visual representation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Communication style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88152" y="1618488"/>
            <a:ext cx="23682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Systemic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0" y="685800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Financial Toxicity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6328" y="1014984"/>
            <a:ext cx="18836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55% financial strain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(2.3× national average)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Lost income concerns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86016" y="395935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Medical Mistrust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22008" y="4315968"/>
            <a:ext cx="187452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System distrust (36%)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Historical context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 Institutional barriers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Adapted from McLeroy et al. (1988) Ecological Framework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2025-10-24T23:11:58Z</dcterms:created>
  <dcterms:modified xsi:type="dcterms:W3CDTF">2025-10-24T23:11:58Z</dcterms:modified>
</cp:coreProperties>
</file>