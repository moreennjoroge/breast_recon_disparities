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34390"/>
            <a:ext cx="7772400" cy="3474720"/>
          </a:xfrm>
          <a:prstGeom prst="ellipse">
            <a:avLst/>
          </a:prstGeom>
          <a:solidFill>
            <a:srgbClr val="5B9BD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1291590"/>
            <a:ext cx="5486400" cy="2560320"/>
          </a:xfrm>
          <a:prstGeom prst="ellipse">
            <a:avLst/>
          </a:prstGeom>
          <a:solidFill>
            <a:srgbClr val="9BC2E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1748790"/>
            <a:ext cx="3200400" cy="1645920"/>
          </a:xfrm>
          <a:prstGeom prst="ellipse">
            <a:avLst/>
          </a:prstGeom>
          <a:solidFill>
            <a:srgbClr val="DEEA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71800" y="174879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Personal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Individual preferences
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Clinical eligibility
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Body image concerns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0" y="147447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Interpersonal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Patient-Provider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Communication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Information quality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Consultation time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Visual representation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Communication style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0" y="9258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Systemic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147447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Financial Toxicity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55% financial strain
</a:t>
            </a:r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•  (2.3× national
</a:t>
            </a:r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    average)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Lost income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concerns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275463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Medical Mistrust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System distrust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(36%)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Historical context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Institutional
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barriers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Adapted from McLeroy et al. (1988) Ecological Framework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Socioecological Model - Breast Reconstruction Study</dc:title>
  <dc:subject>PptxGenJS Presentation</dc:subject>
  <dc:creator>Mundy et al.</dc:creator>
  <cp:lastModifiedBy>Mundy et al.</cp:lastModifiedBy>
  <cp:revision>1</cp:revision>
  <dcterms:created xsi:type="dcterms:W3CDTF">2025-10-24T23:06:49Z</dcterms:created>
  <dcterms:modified xsi:type="dcterms:W3CDTF">2025-10-24T23:06:49Z</dcterms:modified>
</cp:coreProperties>
</file>