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00" cy="4754880"/>
          </a:xfrm>
          <a:prstGeom prst="roundRect">
            <a:avLst>
              <a:gd name="adj" fmla="val 5769"/>
            </a:avLst>
          </a:prstGeom>
          <a:solidFill>
            <a:srgbClr val="5B9BD5"/>
          </a:solidFill>
          <a:ln w="38100">
            <a:solidFill>
              <a:srgbClr val="2E5C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1005840"/>
            <a:ext cx="6400800" cy="3474720"/>
          </a:xfrm>
          <a:prstGeom prst="roundRect">
            <a:avLst>
              <a:gd name="adj" fmla="val 6579"/>
            </a:avLst>
          </a:prstGeom>
          <a:solidFill>
            <a:srgbClr val="8BB4D9"/>
          </a:solidFill>
          <a:ln w="38100">
            <a:solidFill>
              <a:srgbClr val="5B9B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0" y="1828800"/>
            <a:ext cx="4572000" cy="2011680"/>
          </a:xfrm>
          <a:prstGeom prst="roundRect">
            <a:avLst>
              <a:gd name="adj" fmla="val 9091"/>
            </a:avLst>
          </a:prstGeom>
          <a:solidFill>
            <a:srgbClr val="B4D4E8"/>
          </a:solidFill>
          <a:ln w="38100">
            <a:solidFill>
              <a:srgbClr val="8BB4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Systemic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Financial Toxicity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Extended time off work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Lost income and savings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Recovery time exceeds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expectations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Hidden costs (childcare,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transportation)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68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Medical Mistrust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Historical awareness of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healthcare disparities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Questioning treatment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recommendations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Seeking second opinions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Delayed decision-making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1097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Interpersonal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11680" y="1645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00000"/>
                </a:solidFill>
              </a:rPr>
              <a:t>Patient-Provider Communication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Need for race-concordant visual aids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Feeling rushed during consultations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Limited options due to clinical factors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(BMI, radiation, prior surgery)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Personal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560320" y="237744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Desire to maintain feminine identity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Clinical eligibility concerns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• Body image and self-perception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5120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3333"/>
                </a:solidFill>
              </a:rPr>
              <a:t>Adapted from McLeroy et al. (1988) Ecological Framework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Socioecological Model</dc:title>
  <dc:subject>PptxGenJS Presentation</dc:subject>
  <dc:creator>Research Team</dc:creator>
  <cp:lastModifiedBy>Research Team</cp:lastModifiedBy>
  <cp:revision>1</cp:revision>
  <dcterms:created xsi:type="dcterms:W3CDTF">2025-11-12T08:41:54Z</dcterms:created>
  <dcterms:modified xsi:type="dcterms:W3CDTF">2025-11-12T08:41:54Z</dcterms:modified>
</cp:coreProperties>
</file>