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" y="779526"/>
            <a:ext cx="8147304" cy="3584448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2E5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1255014"/>
            <a:ext cx="4572000" cy="2633472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4A7B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1840230"/>
            <a:ext cx="219456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7FA9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193167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Personal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Individual preferences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Clinical eligibility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Body image concerns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38303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Interpersonal
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Patient-Provider Communication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Information quality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Consultation time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Visual representation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Communication style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0" y="92583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Systemic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0" y="133731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Financial Toxicity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55% financial strain
</a:t>
            </a:r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</a:rPr>
              <a:t>(2.3× national average)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Lost income concerns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261747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Medical Mistrust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System distrust (36%)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Historical context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Institutional barriers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04040"/>
                </a:solidFill>
              </a:rPr>
              <a:t>Adapted from McLeroy et al. (1988) Ecological Framework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Socioecological Model - Breast Reconstruction Study</dc:title>
  <dc:subject>PptxGenJS Presentation</dc:subject>
  <dc:creator>Mundy et al.</dc:creator>
  <cp:lastModifiedBy>Mundy et al.</cp:lastModifiedBy>
  <cp:revision>1</cp:revision>
  <dcterms:created xsi:type="dcterms:W3CDTF">2025-10-24T23:02:02Z</dcterms:created>
  <dcterms:modified xsi:type="dcterms:W3CDTF">2025-10-24T23:02:02Z</dcterms:modified>
</cp:coreProperties>
</file>