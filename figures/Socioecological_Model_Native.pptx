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0200" y="971550"/>
            <a:ext cx="6858000" cy="3200400"/>
          </a:xfrm>
          <a:prstGeom prst="ellipse">
            <a:avLst/>
          </a:prstGeom>
          <a:solidFill>
            <a:srgbClr val="2E5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1474470"/>
            <a:ext cx="4572000" cy="2194560"/>
          </a:xfrm>
          <a:prstGeom prst="ellipse">
            <a:avLst/>
          </a:prstGeom>
          <a:solidFill>
            <a:srgbClr val="4A7BB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1840230"/>
            <a:ext cx="2926080" cy="1463040"/>
          </a:xfrm>
          <a:prstGeom prst="ellipse">
            <a:avLst/>
          </a:prstGeom>
          <a:solidFill>
            <a:srgbClr val="7FA9D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202311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Personal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238887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Individual preferences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261747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Clinical eligibility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284607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Body image concerns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52019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Interpersonal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88595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Patient-Provider Communication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20599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Information quality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43459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Consultation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66319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Visual representation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289179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Communication style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106299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Systemic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0" y="147447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Financial Toxicity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179451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55% financial strain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202311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</a:rPr>
              <a:t>(2.3× national average)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229743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Lost income concerns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266319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Medical Mistrust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293751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System distrust (36%)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316611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Historical context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339471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Institutional barriers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04040"/>
                </a:solidFill>
              </a:rPr>
              <a:t>Adapted from McLeroy et al. (1988) Ecological Framework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Socioecological Model - Breast Reconstruction Study</dc:title>
  <dc:subject>PptxGenJS Presentation</dc:subject>
  <dc:creator>Mundy et al.</dc:creator>
  <cp:lastModifiedBy>Mundy et al.</cp:lastModifiedBy>
  <cp:revision>1</cp:revision>
  <dcterms:created xsi:type="dcterms:W3CDTF">2025-10-24T22:53:49Z</dcterms:created>
  <dcterms:modified xsi:type="dcterms:W3CDTF">2025-10-24T22:53:49Z</dcterms:modified>
</cp:coreProperties>
</file>